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1" r:id="rId1"/>
  </p:sldMasterIdLst>
  <p:sldIdLst>
    <p:sldId id="256" r:id="rId2"/>
    <p:sldId id="258" r:id="rId3"/>
    <p:sldId id="266" r:id="rId4"/>
    <p:sldId id="267" r:id="rId5"/>
    <p:sldId id="269" r:id="rId6"/>
    <p:sldId id="268" r:id="rId7"/>
    <p:sldId id="270" r:id="rId8"/>
    <p:sldId id="272" r:id="rId9"/>
    <p:sldId id="271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75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69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87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42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8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1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83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8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0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4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82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72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Data Analysis &amp;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en-US" dirty="0"/>
              <a:t>Project Report</a:t>
            </a:r>
          </a:p>
          <a:p>
            <a:r>
              <a:rPr lang="en-US" dirty="0"/>
              <a:t> Data Source: Kaggle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Record: 1438 Rows, 8 Columns</a:t>
            </a:r>
          </a:p>
          <a:p>
            <a:r>
              <a:rPr dirty="0"/>
              <a:t>Removed</a:t>
            </a:r>
            <a:r>
              <a:rPr lang="en-US" dirty="0"/>
              <a:t> 3 Columns </a:t>
            </a:r>
            <a:r>
              <a:rPr dirty="0"/>
              <a:t>(drop)</a:t>
            </a:r>
            <a:endParaRPr lang="en-US" dirty="0"/>
          </a:p>
          <a:p>
            <a:r>
              <a:rPr lang="en-US" dirty="0"/>
              <a:t>Ratings categorized into four groups.</a:t>
            </a:r>
            <a:endParaRPr dirty="0"/>
          </a:p>
          <a:p>
            <a:r>
              <a:rPr dirty="0"/>
              <a:t>Type conversions (</a:t>
            </a:r>
            <a:r>
              <a:rPr dirty="0" err="1"/>
              <a:t>to_datetime</a:t>
            </a:r>
            <a:r>
              <a:rPr dirty="0"/>
              <a:t>/</a:t>
            </a:r>
            <a:r>
              <a:rPr dirty="0" err="1"/>
              <a:t>astype</a:t>
            </a:r>
            <a:r>
              <a:rPr dirty="0"/>
              <a:t>)</a:t>
            </a:r>
          </a:p>
          <a:p>
            <a:r>
              <a:rPr dirty="0"/>
              <a:t>Split/explode multi-value columns</a:t>
            </a:r>
          </a:p>
          <a:p>
            <a:r>
              <a:rPr dirty="0"/>
              <a:t>Filtering </a:t>
            </a:r>
            <a:r>
              <a:rPr lang="en-IN" dirty="0"/>
              <a:t>invalid rows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7869-D057-1E14-C9AC-3A88909B5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Data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56BE1C-C4AF-E427-1F23-E64EA9A88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403982"/>
            <a:ext cx="7543800" cy="2907287"/>
          </a:xfrm>
        </p:spPr>
      </p:pic>
    </p:spTree>
    <p:extLst>
      <p:ext uri="{BB962C8B-B14F-4D97-AF65-F5344CB8AC3E}">
        <p14:creationId xmlns:p14="http://schemas.microsoft.com/office/powerpoint/2010/main" val="347740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B2E37-5657-A95F-21B8-1F2A5B1BB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&amp; Bottom 10 Rows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27B4C5-B385-A9D4-A218-CE2FE63BE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4792" y="1883665"/>
            <a:ext cx="4920107" cy="19995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8B18C-3719-97AB-D1BC-96503236B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3883176"/>
            <a:ext cx="4920107" cy="217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80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1B9F-4DDF-E8BF-BD49-C06FEAB1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Categorized Rating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26B517-07AD-1952-7847-ED810DE3DC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093291"/>
            <a:ext cx="7543800" cy="3528668"/>
          </a:xfrm>
        </p:spPr>
      </p:pic>
    </p:spTree>
    <p:extLst>
      <p:ext uri="{BB962C8B-B14F-4D97-AF65-F5344CB8AC3E}">
        <p14:creationId xmlns:p14="http://schemas.microsoft.com/office/powerpoint/2010/main" val="3970622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76FC-4F16-B2E0-8917-283512DC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Columns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B2778-AFC6-863A-800E-A187275A9B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110881"/>
            <a:ext cx="7543800" cy="3493488"/>
          </a:xfrm>
        </p:spPr>
      </p:pic>
    </p:spTree>
    <p:extLst>
      <p:ext uri="{BB962C8B-B14F-4D97-AF65-F5344CB8AC3E}">
        <p14:creationId xmlns:p14="http://schemas.microsoft.com/office/powerpoint/2010/main" val="59681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C02D-2F19-B005-15A9-569678A9C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str. &amp; Explode Columns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8DFC14-8A62-7999-89FF-6AE97246E6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484802"/>
            <a:ext cx="7543800" cy="2745646"/>
          </a:xfrm>
        </p:spPr>
      </p:pic>
    </p:spTree>
    <p:extLst>
      <p:ext uri="{BB962C8B-B14F-4D97-AF65-F5344CB8AC3E}">
        <p14:creationId xmlns:p14="http://schemas.microsoft.com/office/powerpoint/2010/main" val="107603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6D1E-F530-1C2D-02FF-757985789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Popularity Statistics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FE110C-F7DE-CDD7-8406-CD0148065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269" y="1846263"/>
            <a:ext cx="7211912" cy="4022725"/>
          </a:xfrm>
        </p:spPr>
      </p:pic>
    </p:spTree>
    <p:extLst>
      <p:ext uri="{BB962C8B-B14F-4D97-AF65-F5344CB8AC3E}">
        <p14:creationId xmlns:p14="http://schemas.microsoft.com/office/powerpoint/2010/main" val="528494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175A5-5808-13D8-6C0C-2051282F2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Overview Of Cleaned Data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D6A528-8483-338E-AA6A-9032CC3E9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2812280"/>
            <a:ext cx="7543800" cy="2090691"/>
          </a:xfrm>
        </p:spPr>
      </p:pic>
    </p:spTree>
    <p:extLst>
      <p:ext uri="{BB962C8B-B14F-4D97-AF65-F5344CB8AC3E}">
        <p14:creationId xmlns:p14="http://schemas.microsoft.com/office/powerpoint/2010/main" val="241642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Analysis Visualizations</a:t>
            </a:r>
            <a:br>
              <a:rPr lang="en-US" dirty="0"/>
            </a:br>
            <a:r>
              <a:rPr lang="en-US" dirty="0"/>
              <a:t>Number of Movies by Genre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E524DE-BD17-2EA7-EFFD-7E20BB8D2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868129"/>
            <a:ext cx="7977546" cy="3942736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Movie Ratings by Popularity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207AA-0C63-2159-3646-F1F9B8490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8" y="1913659"/>
            <a:ext cx="8799871" cy="30306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Chart For Trend of Movie Production Over the Years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70796-2891-128D-155B-0AA4522A7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0274"/>
            <a:ext cx="9144000" cy="3588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vs least Popular Movies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34B48-4FA8-BC4B-364C-3D2F7185F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658"/>
            <a:ext cx="9144000" cy="3346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Data Between Vote Average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3EB6A6-1D41-F7C4-E2D4-C8AE0E281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3659"/>
            <a:ext cx="9144000" cy="38382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Between Popularity &amp; Vote Average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8ECFA8-ACD4-FDE7-46A4-1A35AC8DD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466"/>
            <a:ext cx="9144000" cy="33974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dataset required data type normalization (dates and categorical text standardization).</a:t>
            </a:r>
          </a:p>
          <a:p>
            <a:r>
              <a:rPr dirty="0"/>
              <a:t>Handling duplicates and missing values improved data quality for modeling/visualization.</a:t>
            </a:r>
          </a:p>
          <a:p>
            <a:r>
              <a:rPr dirty="0"/>
              <a:t>Exploding multi-valued fields (e.g., Genre) enabled accurate distribution analysis.</a:t>
            </a:r>
          </a:p>
          <a:p>
            <a:r>
              <a:rPr dirty="0"/>
              <a:t>Outlier-aware summaries (quantiles/clipping) prevented skewed aggregates.</a:t>
            </a:r>
          </a:p>
          <a:p>
            <a:r>
              <a:rPr dirty="0"/>
              <a:t>Feature engineering and groupings supported trend and composition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1015</TotalTime>
  <Words>182</Words>
  <Application>Microsoft Office PowerPoint</Application>
  <PresentationFormat>On-screen Show (4:3)</PresentationFormat>
  <Paragraphs>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Retrospect</vt:lpstr>
      <vt:lpstr>Netflix Data Analysis &amp; Visualization</vt:lpstr>
      <vt:lpstr>Data Cleaning &amp; Preparation</vt:lpstr>
      <vt:lpstr>Getting Data</vt:lpstr>
      <vt:lpstr>Top &amp; Bottom 10 Rows</vt:lpstr>
      <vt:lpstr>Categorized Rating</vt:lpstr>
      <vt:lpstr>Remove Columns</vt:lpstr>
      <vt:lpstr>Splitting str. &amp; Explode Columns</vt:lpstr>
      <vt:lpstr>Popularity Statistics</vt:lpstr>
      <vt:lpstr>Visual Overview Of Cleaned Data</vt:lpstr>
      <vt:lpstr>Analysis Visualizations Number of Movies by Genre</vt:lpstr>
      <vt:lpstr>Distribution of Movie Ratings by Popularity</vt:lpstr>
      <vt:lpstr>Line Chart For Trend of Movie Production Over the Years</vt:lpstr>
      <vt:lpstr>Most vs least Popular Movies</vt:lpstr>
      <vt:lpstr>Distribution Data Between Vote Average</vt:lpstr>
      <vt:lpstr>Correlation Between Popularity &amp; Vote Average</vt:lpstr>
      <vt:lpstr>Key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MAYANK SONI</dc:creator>
  <cp:keywords/>
  <dc:description>generated using python-pptx</dc:description>
  <cp:lastModifiedBy>mayanks1312@gmail.com</cp:lastModifiedBy>
  <cp:revision>2</cp:revision>
  <dcterms:created xsi:type="dcterms:W3CDTF">2013-01-27T09:14:16Z</dcterms:created>
  <dcterms:modified xsi:type="dcterms:W3CDTF">2025-09-05T07:29:27Z</dcterms:modified>
  <cp:category/>
</cp:coreProperties>
</file>